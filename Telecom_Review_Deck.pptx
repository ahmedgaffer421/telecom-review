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1-2 star reviews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F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Vodafone</c:v>
                  </c:pt>
                  <c:pt idx="1">
                    <c:v>Etisalat</c:v>
                  </c:pt>
                  <c:pt idx="2">
                    <c:v>Orange</c:v>
                  </c:pt>
                  <c:pt idx="3">
                    <c:v>WE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82.9</c:v>
                </c:pt>
                <c:pt idx="1">
                  <c:v>78.8</c:v>
                </c:pt>
                <c:pt idx="2">
                  <c:v>55.9</c:v>
                </c:pt>
                <c:pt idx="3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Other reviews</c:v>
                </c:pt>
              </c:strCache>
            </c:strRef>
          </c:tx>
          <c:spPr>
            <a:solidFill>
              <a:srgbClr val="8FB4E8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B1F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Vodafone</c:v>
                  </c:pt>
                  <c:pt idx="1">
                    <c:v>Etisalat</c:v>
                  </c:pt>
                  <c:pt idx="2">
                    <c:v>Orange</c:v>
                  </c:pt>
                  <c:pt idx="3">
                    <c:v>WE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4.7</c:v>
                </c:pt>
                <c:pt idx="1">
                  <c:v>91.9</c:v>
                </c:pt>
                <c:pt idx="2">
                  <c:v>31</c:v>
                </c:pt>
                <c:pt idx="3">
                  <c:v>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0B1F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6EA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5B6575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Unanswered</c:v>
                </c:pt>
              </c:strCache>
            </c:strRef>
          </c:tx>
          <c:spPr>
            <a:solidFill>
              <a:srgbClr val="0B1F3A"/>
            </a:solidFill>
            <a:effectLst/>
          </c:spPr>
          <c:invertIfNegative val="0"/>
          <c:dLbls>
            <c:numFmt formatCode="0.0&quot;K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F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WE</c:v>
                  </c:pt>
                  <c:pt idx="1">
                    <c:v>Orange</c:v>
                  </c:pt>
                  <c:pt idx="2">
                    <c:v>Vodafone</c:v>
                  </c:pt>
                  <c:pt idx="3">
                    <c:v>Etisalat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73.96</c:v>
                </c:pt>
                <c:pt idx="1">
                  <c:v>14.55</c:v>
                </c:pt>
                <c:pt idx="2">
                  <c:v>12.91</c:v>
                </c:pt>
                <c:pt idx="3">
                  <c:v>9.1</c:v>
                </c:pt>
              </c:numCache>
            </c:numRef>
          </c:val>
        </c:ser>
        <c:dLbls>
          <c:numFmt formatCode="0.0&quot;K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B1F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6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rating %</c:v>
                </c:pt>
              </c:strCache>
            </c:strRef>
          </c:tx>
          <c:spPr>
            <a:solidFill>
              <a:srgbClr val="1F6FE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F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Customer service</c:v>
                  </c:pt>
                  <c:pt idx="1">
                    <c:v>App problems</c:v>
                  </c:pt>
                  <c:pt idx="2">
                    <c:v>Billing</c:v>
                  </c:pt>
                  <c:pt idx="3">
                    <c:v>Network</c:v>
                  </c:pt>
                  <c:pt idx="4">
                    <c:v>Other</c:v>
                  </c:pt>
                  <c:pt idx="5">
                    <c:v>Praise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77.6</c:v>
                </c:pt>
                <c:pt idx="1">
                  <c:v>75.2</c:v>
                </c:pt>
                <c:pt idx="2">
                  <c:v>66.5</c:v>
                </c:pt>
                <c:pt idx="3">
                  <c:v>65.9</c:v>
                </c:pt>
                <c:pt idx="4">
                  <c:v>37.4</c:v>
                </c:pt>
                <c:pt idx="5">
                  <c:v>5.1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B1F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5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6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575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answers?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million Google Play reviews of four Egyptian telecom apps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Gaffer  |  Python + Power BI  |  github.com/AHMEDGAFFER421/Telecom-Review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Vodafone, My Orange, My Etisalat and My WE, scraped October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81328"/>
            <a:ext cx="22860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1.41M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1259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reviews, Arabic, Franco-Arabic and English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3716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481328"/>
            <a:ext cx="22860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apps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1259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from 2012 to October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371600"/>
            <a:ext cx="2560320" cy="1371600"/>
          </a:xfrm>
          <a:prstGeom prst="roundRect">
            <a:avLst>
              <a:gd name="adj" fmla="val 6667"/>
            </a:avLst>
          </a:prstGeom>
          <a:solidFill>
            <a:srgbClr val="F4F6FA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481328"/>
            <a:ext cx="228600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950K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1259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from March 2022, the window used to compare operators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Play caps reviews per sort order, so a two-pass scraper (newest, most relevant, rating; Arabic and English) pulls older history.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Bronze/silver pipeline: de-duplicate, clean, classify complaints with keyword rules.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Five-page Power BI dashboard on a public file with no review text.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are targeted, differently by operator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reviews that got a reply, March 2022 onward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34440"/>
          <a:ext cx="5212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943600" y="1280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Odds that a replied review is negative, vs an unreplied one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192024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Vodafone  x99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 x2.8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Etisalat  x0.33</a:t>
            </a:r>
            <a:endParaRPr lang="en-US" sz="2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 never replies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go to different reviews, so this shows who gets answered, not whether replying works.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and backlog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Unanswered 1-2 star reviews (thousands), March 2022 onward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34440"/>
          <a:ext cx="47548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325880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715000" y="1435608"/>
            <a:ext cx="2834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A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99.97%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715000" y="202996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Vodafone and Etisalat replies come within 24 hours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2788920"/>
            <a:ext cx="3108960" cy="1280160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715000" y="2898648"/>
            <a:ext cx="28346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5715000" y="349300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Orange replies come within 24 hours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has never replied: about 74K unanswered reviews, twice the other three combined. Replies dated before the review are excluded from timing.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goes with low ratings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rated reviews (1-2 or 4-5 stars) that are 1-2 stars, by topic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3444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32588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72200" y="1435608"/>
            <a:ext cx="2377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24.6%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172200" y="202996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rated reviews are 1-2 stars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278892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4F6FA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72200" y="2898648"/>
            <a:ext cx="23774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63K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6172200" y="349300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unhappy reviews are about the app, the largest group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come from keyword rules. Associations, not causes.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audited my own classifier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hand audits, two fixes, then I stopped tuning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4F6FA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17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1: 50 reviews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app-bug category had 0 of 5 correct: "great app" matched the word "app"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praise guard moved 76,524 reviews out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App-bug low-rating share went from 43.5% to 74.7%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F4F6FA"/>
          </a:solidFill>
          <a:ln w="12700">
            <a:solidFill>
              <a:srgbClr val="E1E6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37760" y="1417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2: 80 "other" reviews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96596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Arabic word for "very" counted as praise, so "very bad" looked positive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prefixes broke keyword matches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low-rated praise_short fell 32%; "other" fell from 16% to 11% of rated reviews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own classifier before you trust the chart.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and what I would do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can and cannot say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are targeted, so effect cannot be measured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Store reviews are about the app, so app topics dominate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keyword label per review; "other" is still 11%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Vodafone before March 2022 is a relevance sample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A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82880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WE: pilot replies to 1-2 star reviews, answering a random half to test the effect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Orange: same-day queue for negative reviews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negative app-bug reviews per release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ratings before and after a reply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audit notes and DAX: github.com/AHMEDGAFFER421/Telecom-Review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Who answers? Egyptian telecom app reviews</dc:title>
  <dc:subject>PptxGenJS Presentation</dc:subject>
  <dc:creator>PptxGenJS</dc:creator>
  <cp:lastModifiedBy>PptxGenJS</cp:lastModifiedBy>
  <cp:revision>1</cp:revision>
  <dcterms:created xsi:type="dcterms:W3CDTF">2026-10-25T12:17:05Z</dcterms:created>
  <dcterms:modified xsi:type="dcterms:W3CDTF">2026-10-25T12:17:05Z</dcterms:modified>
</cp:coreProperties>
</file>